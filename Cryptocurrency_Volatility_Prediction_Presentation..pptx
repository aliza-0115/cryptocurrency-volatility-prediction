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Cryptocurrency Volatility 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Using Machine Learning</a:t>
            </a:r>
          </a:p>
          <a:p>
            <a:r>
              <a:rPr lang="en-US" dirty="0"/>
              <a:t>Simran Aliza Nisar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Cryptocurrency markets are highly volatile.</a:t>
            </a:r>
          </a:p>
          <a:p>
            <a:r>
              <a:t>Accurate volatility prediction helps in:</a:t>
            </a:r>
          </a:p>
          <a:p>
            <a:r>
              <a:t>- Risk management</a:t>
            </a:r>
          </a:p>
          <a:p>
            <a:r>
              <a:t>- Trading strategies</a:t>
            </a:r>
          </a:p>
          <a:p>
            <a:r>
              <a:t>- Portfolio allocation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Historical data of 50+ cryptocurrencies</a:t>
            </a:r>
          </a:p>
          <a:p>
            <a:r>
              <a:t>Features:</a:t>
            </a:r>
          </a:p>
          <a:p>
            <a:r>
              <a:t>- OHLC Prices</a:t>
            </a:r>
          </a:p>
          <a:p>
            <a:r>
              <a:t>- Trading Volume</a:t>
            </a:r>
          </a:p>
          <a:p>
            <a:r>
              <a:t>- Market Capitalization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Missing value handling</a:t>
            </a:r>
          </a:p>
          <a:p>
            <a:r>
              <a:t>- Duplicate removal</a:t>
            </a:r>
          </a:p>
          <a:p>
            <a:r>
              <a:t>- Normalization &amp; scaling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Daily returns</a:t>
            </a:r>
          </a:p>
          <a:p>
            <a:r>
              <a:t>- Rolling volatility (14-day)</a:t>
            </a:r>
          </a:p>
          <a:p>
            <a:r>
              <a:t>- Moving averages</a:t>
            </a:r>
          </a:p>
          <a:p>
            <a:r>
              <a:t>- Liquidity ratio</a:t>
            </a:r>
          </a:p>
          <a:p>
            <a:r>
              <a:t>- Technical indicators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Price trends</a:t>
            </a:r>
          </a:p>
          <a:p>
            <a:r>
              <a:t>- Volume distributions</a:t>
            </a:r>
          </a:p>
          <a:p>
            <a:r>
              <a:t>- Correlation heatmap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Models considered:</a:t>
            </a:r>
          </a:p>
          <a:p>
            <a:r>
              <a:t>- Linear Regression</a:t>
            </a:r>
          </a:p>
          <a:p>
            <a:r>
              <a:t>- Random Forest Regressor</a:t>
            </a:r>
          </a:p>
          <a:p>
            <a:endParaRPr/>
          </a:p>
          <a:p>
            <a:r>
              <a:t>Final Model: Random Forest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Evaluation Metrics:</a:t>
            </a:r>
          </a:p>
          <a:p>
            <a:r>
              <a:t>- Mean Squared Error (MSE)</a:t>
            </a:r>
          </a:p>
          <a:p>
            <a:r>
              <a:t>- Mean Absolute Error (MAE)</a:t>
            </a:r>
          </a:p>
          <a:p>
            <a:r>
              <a:t>- R² Score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Crypto markets are highly volatile</a:t>
            </a:r>
          </a:p>
          <a:p>
            <a:r>
              <a:t>- Volume impacts volatility</a:t>
            </a:r>
          </a:p>
          <a:p>
            <a:r>
              <a:t>- Feature engineering improves accuracy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Conclusion:</a:t>
            </a:r>
          </a:p>
          <a:p>
            <a:r>
              <a:t>Machine learning effectively predicts volatility.</a:t>
            </a:r>
          </a:p>
          <a:p>
            <a:endParaRPr/>
          </a:p>
          <a:p>
            <a:r>
              <a:t>Future Scope:</a:t>
            </a:r>
          </a:p>
          <a:p>
            <a:r>
              <a:t>- LSTM models</a:t>
            </a:r>
          </a:p>
          <a:p>
            <a:r>
              <a:t>- Sentiment analysis</a:t>
            </a:r>
          </a:p>
          <a:p>
            <a:r>
              <a:t>- Real-time prediction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176</Words>
  <Application>Microsoft Office PowerPoint</Application>
  <PresentationFormat>On-screen Show (4:3)</PresentationFormat>
  <Paragraphs>52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Cryptocurrency Volatility Prediction</vt:lpstr>
      <vt:lpstr>Problem Statement</vt:lpstr>
      <vt:lpstr>Dataset Information</vt:lpstr>
      <vt:lpstr>Data Preprocessing</vt:lpstr>
      <vt:lpstr>Feature Engineering</vt:lpstr>
      <vt:lpstr>Exploratory Data Analysis</vt:lpstr>
      <vt:lpstr>Model Selection</vt:lpstr>
      <vt:lpstr>Model Performance</vt:lpstr>
      <vt:lpstr>Key Insights</vt:lpstr>
      <vt:lpstr>Conclusion &amp; Future Scope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Admin</dc:creator>
  <cp:keywords/>
  <dc:description>generated using python-pptx</dc:description>
  <cp:lastModifiedBy>abu122khan@gmail.com</cp:lastModifiedBy>
  <cp:revision>2</cp:revision>
  <dcterms:created xsi:type="dcterms:W3CDTF">2013-01-27T09:14:16Z</dcterms:created>
  <dcterms:modified xsi:type="dcterms:W3CDTF">2026-01-08T18:56:17Z</dcterms:modified>
  <cp:category/>
</cp:coreProperties>
</file>